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/>
              </a:rPr>
              <a:t>Рекорды на MLE-bench — и цена входа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медалей на MLE-bench,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AIDE+o1
окт'24</c:v>
                  </c:pt>
                  <c:pt idx="1">
                    <c:v>R&amp;D-Agent
май'25</c:v>
                  </c:pt>
                  <c:pt idx="2">
                    <c:v>ML-Master
июн'25</c:v>
                  </c:pt>
                  <c:pt idx="3">
                    <c:v>R&amp;D-Agent
окт'25</c:v>
                  </c:pt>
                  <c:pt idx="4">
                    <c:v>MLEvolve
июн'26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16.9</c:v>
                </c:pt>
                <c:pt idx="1">
                  <c:v>22.4</c:v>
                </c:pt>
                <c:pt idx="2">
                  <c:v>29.3</c:v>
                </c:pt>
                <c:pt idx="3">
                  <c:v>35.1</c:v>
                </c:pt>
                <c:pt idx="4">
                  <c:v>65.3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2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Обзор области за 2025-2026 и ранжированный список направлений под демо-трек ICDM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716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2423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AutoML и AutoDS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85800" y="3291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Перспективные направления: аргументы за и против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~90 работ за 2024–2026 · по 14 направлениям проверили, что уже занято · цель — демо-трек ICDM 2026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470916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Условия, в которых мы выбираем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1F4F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746504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дней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441448"/>
            <a:ext cx="3191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 ICDM 2026 Demo — 20 августа 2026, 23:59 AoE. Уведомление 20 сентября.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600200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1F4FB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746504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страницы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0560" y="2441448"/>
            <a:ext cx="3191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IEEE, две колонки, вместе со списком литературы. С именами авторов. Труды — ICDMW, индексация EI и IEEE Xplore.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92440" y="1600200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1F4FB"/>
          </a:solidFill>
          <a:ln/>
        </p:spPr>
      </p:sp>
      <p:sp>
        <p:nvSpPr>
          <p:cNvPr id="11" name="Text 9"/>
          <p:cNvSpPr/>
          <p:nvPr/>
        </p:nvSpPr>
        <p:spPr>
          <a:xfrm>
            <a:off x="8257032" y="1746504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+ API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57032" y="2441448"/>
            <a:ext cx="3191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DGX на несколько часов на задачу. Сутки на H100 — не наш вариант.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204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Жёсткое требование трека: «Demos must be based on fully implemented and tested systems»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7548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Планка трека — не рекорд на бенчмарке, а рабочий инструмент, которым практик захочет пользоваться.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калибровки: в 2024 году приняли всего около 6 демо. Формат — система с собственным именем, решающая конкретную прикладную задачу.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приехать с постером в Шэньян 12–15 ноября. Регистрация по полному авторскому тарифу, студенческий не засчитывается.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1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официальный призыв к демо ICDM 2026 (зеркало Stony Brook) и страница дат.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ПРОИЗОШЛО В 2025–2026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линии — и потолок по вычислениям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361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коду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4708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→ SELA → ML-Master → AutoMind → MLEvolve. Решение — это скрипт, механизм — поиск по дереву с правками от модели. Задаёт рекорды на MLE-bench.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6700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Мультиагентные пайплайны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AutoML-Agent, MLZero, R&amp;D-Agent, MLE-STAR и наш LightAutoDS-Tab. Роли, проверки, поиск по базе знаний. Только здесь работают поверх настоящих AutoML-библиотек.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8039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Обученные агенты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1148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ML-Agent, DeepAnalyze-8B, SandMLE, DataPRM. Модель дообучают вместо промптинга. Самая быстрорастущая линия 2026, причина — цена запросов.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974336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74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9377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Бенчмарки и контроль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5248656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MLE-bench, FML-bench, DSGym, TML-bench, Ambig-DS. Самые честные и самые полезные для нас выводы.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720840" y="1481328"/>
          <a:ext cx="49377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1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полный прогон MLE-bench стоит 1800 GPU-часов. MLEvolve считали на H200 по 12 часов на задачу. В эту гонку мы не идём.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ТРЕВОЖНЫЙ СИГНАЛ ДЛЯ ИДЕИ «ДОБАВИМ МОДЕЛЬ В ЭВОЛЮЦИЮ»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опровергающих работы 2026 года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1F4FB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773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6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FML-bench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8096" y="21396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 · Tsinghua · Meta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" y="2505456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«Сложность стратегии сама по себе не гарантирует высокого качества: простой жадный подъём почти не уступает лучшему агенту с поиском по дереву.»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4526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Разнообразие решений и объём вычислений на итог не влияют.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572768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1F4FB"/>
          </a:solidFill>
          <a:ln/>
        </p:spPr>
      </p:sp>
      <p:sp>
        <p:nvSpPr>
          <p:cNvPr id="10" name="Text 8"/>
          <p:cNvSpPr/>
          <p:nvPr/>
        </p:nvSpPr>
        <p:spPr>
          <a:xfrm>
            <a:off x="4535424" y="1773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6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ZIB Berlin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35424" y="21396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прогон · 10 672 программы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35424" y="2505456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настройка гиперпараметров одной промежуточной программы сравнялась с полным эволюционным прогоном или обошла его в 13 случаях из 15.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35424" y="4526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30% добавленных строк кода дословно повторяют ранее удалённые — поиск ходит по кругу.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572768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1F4FB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1773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6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Hutter et al.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02752" y="21396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Freiburg · Tübingen · KIT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02752" y="2505456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методы настройки при равном бюджете в 24 часа обошли подходы на одной только модели. Гибрид Centaur обращался к модели лишь в 30% испытаний — и выиграл.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02752" y="4526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Отдельно: выигрыш «тёплого старта» — это конфигурация по умолчанию, а не работа модели.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596128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FAE7E5"/>
          </a:solidFill>
          <a:ln w="12700">
            <a:solidFill>
              <a:srgbClr val="A62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59612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идею «модель как оператор мутации» делать можно — но обязательно со сравнением при равном бюджете. Иначе разнесут на рецензии.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ВСЕ ПИШУТ В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на самом деле теряется качество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 поиске. В отборе финальной модели и в проверках. Четыре числа из четырёх независимых работ: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F1F4F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29384"/>
            <a:ext cx="2368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+9–13 п.п.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2624328"/>
            <a:ext cx="2368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медалей дал бы выбор финального решения по тесту, а не по валидации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AIRA, Meta FAIR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1568" y="178308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F1F4FB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929384"/>
            <a:ext cx="2368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57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0.71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6160" y="2624328"/>
            <a:ext cx="2368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рангов между валидацией и тестом на 10 469 автоматических экспериментах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Orze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4496" y="178308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F1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929384"/>
            <a:ext cx="2368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~8 975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19088" y="2624328"/>
            <a:ext cx="2368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10 469 экспериментов испорчены тремя незаметными ошибками в конфигурации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Orze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07424" y="1783080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1F4FB"/>
          </a:solidFill>
          <a:ln/>
        </p:spPr>
      </p:sp>
      <p:sp>
        <p:nvSpPr>
          <p:cNvPr id="15" name="Text 13"/>
          <p:cNvSpPr/>
          <p:nvPr/>
        </p:nvSpPr>
        <p:spPr>
          <a:xfrm>
            <a:off x="9272016" y="1929384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39–63%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72016" y="2624328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случаев агент молча берётся не за ту целевую переменную, если задача неоднозначна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Ambig-DS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6732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«Агенты на языковых моделях работают на уровне постановки задачи, но не способны проверить, что реально исполнил код. Будущим автономным системам нужны автоматические тесты проверки конфигурации.»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6451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Orze,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52120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DSGym: агенты сохраняют высокую точность, даже когда файлы с данными от них спрятали — часть «успеха» вообще не про данные.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KramaBench: сокрытие входов роняет качество лишь на 15–18%.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Отдельные проверки есть только у MLE-STAR (два контролёра) и AutoKaggle (модульные тесты) — и обе встроены внутрь своего же агента.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ЗАНЯТО — ПО СОСТОЯНИЮ НА АВГУСТ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Все направления одним экраном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51960" y="13716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806440" y="1371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АРГУМЕНТ ЗА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778240" y="1371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АРГУМЕНТ ПРОТИВ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55064"/>
            <a:ext cx="11247120" cy="315468"/>
          </a:xfrm>
          <a:prstGeom prst="rect">
            <a:avLst/>
          </a:prstGeom>
          <a:solidFill>
            <a:srgbClr val="F1F4F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и повторный отбор моделей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51960" y="1691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СВОБОДНО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06440" y="1691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частый пробел в статьях. Не задет опровержениями.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78240" y="1691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нашей же LightAutoDS-Tab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0162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Перемотка поиска и разбор решений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51960" y="20162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СВОБОДНО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6440" y="20162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по воспроизводимости таких систем не нашёл.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778240" y="20162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даёт половину как обычную настройку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04288"/>
            <a:ext cx="11247120" cy="315468"/>
          </a:xfrm>
          <a:prstGeom prst="rect">
            <a:avLst/>
          </a:prstGeom>
          <a:solidFill>
            <a:srgbClr val="F1F4F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408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добавляет операторы во фреймворк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51960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06440" y="23408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Остаётся постоянный результат; отвечает на ограничение MLZero.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78240" y="23408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 (ICLR'26) неприятно близко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26654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остатком бюджета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26654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06440" y="26654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свободен. Опора: 94% разброса качества даёт архитектура.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778240" y="26654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получить выигрыш в пределах случайного разброса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953512"/>
            <a:ext cx="11247120" cy="315468"/>
          </a:xfrm>
          <a:prstGeom prst="rect">
            <a:avLst/>
          </a:prstGeom>
          <a:solidFill>
            <a:srgbClr val="F1F4F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90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Точечная доработка по графу пайплайна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51960" y="2990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06440" y="29900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вклад узлов по графу дешевле, чем по коду.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778240" y="29900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приёма MLE-STAR — слишком малый шаг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33147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качества вместо обучения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51960" y="33147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06440" y="33147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идеи DSWorld: поиск быстрее в 3–6 раз.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778240" y="33147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Предсказатель может не работать на новых датасетах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602736"/>
            <a:ext cx="11247120" cy="315468"/>
          </a:xfrm>
          <a:prstGeom prst="rect">
            <a:avLst/>
          </a:prstGeom>
          <a:solidFill>
            <a:srgbClr val="F1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639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впустую потраченного поиска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251960" y="36393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06440" y="3639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измерений ZIB на графовый AutoML. Очень дёшево.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778240" y="3639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измерение, а не метод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39639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Досье датасета (память между запусками)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251960" y="39639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06440" y="39639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в таких агентах привязана к задаче, к датасету — ни у кого.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778240" y="39639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близкие работы вышли за последние 3 месяца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251960"/>
            <a:ext cx="11247120" cy="315468"/>
          </a:xfrm>
          <a:prstGeom prst="rect">
            <a:avLst/>
          </a:prstGeom>
          <a:solidFill>
            <a:srgbClr val="F1F4FB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288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Подсказки из истории прошлых запусков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251960" y="42885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06440" y="4288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использует собственную историю фреймворка.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778240" y="4288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части давно известны; нужен большой эксперимент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8640" y="46131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как оператор мутации в GOLEM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251960" y="46131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06440" y="46131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Ниша пуста: FEDOT/GOLEM с оператором на модели не публиковали.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778240" y="46131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SemPipes; три опровергающих работы 2026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901184"/>
            <a:ext cx="11247120" cy="315468"/>
          </a:xfrm>
          <a:prstGeom prst="rect">
            <a:avLst/>
          </a:prstGeom>
          <a:solidFill>
            <a:srgbClr val="F1F4FB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4937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Тёплый старт AutoML через модель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251960" y="4937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ЗАНЯТО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806440" y="4937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778240" y="4937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Опубликовано прямое опровержение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48640" y="52623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модели на разные роли агента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251960" y="52623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ЗАНЯТО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806440" y="52623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778240" y="52623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BudgetMLAgent, AgentOpt и работа 2606.20629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5550408"/>
            <a:ext cx="11247120" cy="315468"/>
          </a:xfrm>
          <a:prstGeom prst="rect">
            <a:avLst/>
          </a:prstGeom>
          <a:solidFill>
            <a:srgbClr val="F1F4FB"/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" y="5586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промптов и обвязки агента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251960" y="55869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ЗАНЯТО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806440" y="5586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778240" y="5586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GEPA (ICLR'26 Oral), EvoAgentX, AFlow и ещё восемь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48640" y="59115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 для малого бюджета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251960" y="59115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ЗАНЯТО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806440" y="59115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778240" y="59115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TML-bench (240/600/1200 с, ~$10) уже занял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1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Вердикты получены отдельным придирчивым поиском по arXiv, OpenReview, GitHub и трудам GECCO, AutoML-Conf, KDD, ICDM.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1 · ОСНОВНАЯ РЕКОМЕНДАЦИЯ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Слой доверия: аудитор и судья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41280" y="30175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3F3EC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3017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Обёртка, которая сама ничего не ищет, а проверяет чужой поиск, и работает поверх любого AutoML. Три шага: перед запуском — найти неясности в постановке и задать схему проверки; сам AutoML остаётся чёрным ящиком; после запуска — прогнать проверки на утечки и ошибки и заново выбрать модель по устойчивости, а не по оценке на валидации.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440680" cy="329184"/>
          </a:xfrm>
          <a:prstGeom prst="roundRect">
            <a:avLst>
              <a:gd name="adj" fmla="val 22222"/>
            </a:avLst>
          </a:prstGeom>
          <a:solidFill>
            <a:srgbClr val="E3F3EC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237744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2798064"/>
            <a:ext cx="5166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Закрывает две самые частые жалобы во всех статьях: разрыв между валидацией и тестом и отсутствие проверок.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полностью свободная ниша: статические анализаторы кода и проверка рассуждений агента есть по отдельности, но над AutoML их никто не соединил.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соревнуемся с поиском — значит три опровергающие работы 2026 года по нам не бьют.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и запросы к модели, около $0.3 за датасет. Работает поверх FEDOT, LightAutoML, AutoGluon и обычного sklearn.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Отлично показывается вживую: подсовываем утечку, лидер по валидации падает, наш выбор держится.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377440"/>
            <a:ext cx="5440680" cy="329184"/>
          </a:xfrm>
          <a:prstGeom prst="roundRect">
            <a:avLst>
              <a:gd name="adj" fmla="val 22222"/>
            </a:avLst>
          </a:prstGeom>
          <a:solidFill>
            <a:srgbClr val="FAE7E5"/>
          </a:solidFill>
          <a:ln/>
        </p:spPr>
      </p:sp>
      <p:sp>
        <p:nvSpPr>
          <p:cNvPr id="11" name="Text 9"/>
          <p:cNvSpPr/>
          <p:nvPr/>
        </p:nvSpPr>
        <p:spPr>
          <a:xfrm>
            <a:off x="6318504" y="237744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18504" y="2798064"/>
            <a:ext cx="5166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развитие нашей же LightAutoDS-Tab: в §6 мы сами написали, что хотим умный разведочный анализ против утечек. Придётся чётко показать, что здесь нового.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проверок конечен: он доказывает наличие утечки, но не её отсутствие.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в формуле отбора задаются вручную, а подбирать их на тесте нельзя — иначе теряется весь смысл.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риск, что вклад сочтут чисто инженерным, если не показать выигрыш на отложенной выборке в числах.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1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Опора: AIRA +9–13 п.п. · Orze — корреляция 0.71 и ~8 975 испорченных экспериментов · Ambig-DS 39–63% · DSGym и KramaBench 15–18%.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2 · САМАЯ СИЛЬНАЯ НАУЧНАЯ ПОСТАНОВКА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Перемотка поиска и разбор решений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41280" y="30175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3F3EC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3017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поиска — точка сохранения. Можно вернуться назад вместе с состоянием поиска и памятью агента, пойти другой веткой и в точности повторить прогон. Научная польза: можно померить, во что обошлось одно конкретное решение — сегодня этого не умеет ни одна система.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440680" cy="329184"/>
          </a:xfrm>
          <a:prstGeom prst="roundRect">
            <a:avLst>
              <a:gd name="adj" fmla="val 22222"/>
            </a:avLst>
          </a:prstGeom>
          <a:solidFill>
            <a:srgbClr val="E3F3EC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237744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2798064"/>
            <a:ext cx="5166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свободная ниша из всех проверенных. Обзор по воспроизводимости в агентах (2606.04990) не нашёл ни одной системы с точным повтором прогона и ветвлением.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Проблему признают сами авторы: CodeEvolve пишет, что точную последовательность решений повторить нельзя; в работе ZIB повтор удачных запросов даёт нулевое совпадение кода, хотя качество восстанавливается примерно на 76%.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Отлично показывается вживую: отматываем поиск и идём другим путём прямо на глазах у зрителя.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Естественно встраивается в аудитор как модуль — отдельная система не нужна.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377440"/>
            <a:ext cx="5440680" cy="329184"/>
          </a:xfrm>
          <a:prstGeom prst="roundRect">
            <a:avLst>
              <a:gd name="adj" fmla="val 22222"/>
            </a:avLst>
          </a:prstGeom>
          <a:solidFill>
            <a:srgbClr val="FAE7E5"/>
          </a:solidFill>
          <a:ln/>
        </p:spPr>
      </p:sp>
      <p:sp>
        <p:nvSpPr>
          <p:cNvPr id="11" name="Text 9"/>
          <p:cNvSpPr/>
          <p:nvPr/>
        </p:nvSpPr>
        <p:spPr>
          <a:xfrm>
            <a:off x="6318504" y="237744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18504" y="2798064"/>
            <a:ext cx="5166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Agent Replay (июнь 2026) уже умеет вернуться к точке решения и переиграть её с учётом случайности — надо явно объяснить, чем мы отличаемся.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уже даёт сохранение, ветвление и продолжение как обычную настройку: половина функциональности достаётся бесплатно.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прочитать как инженерную удобность. Вклад должен быть в связке с состоянием популяции поиска плюс измеримый научный результат.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АВТО-ЭВОЛЮЦИЯ FEDOT ВНЕШНИМ АГЕНТОМ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 руководителя: две версии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1F4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Версия 1 — «в лоб»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434840" y="16002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12700">
            <a:solidFill>
              <a:srgbClr val="B57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6002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9339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Языковая модель как оператор мутации внутри эволюционного цикла GOLEM над графом пайплайна.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ЗА: ниша пуста — связку FEDOT/GOLEM с оператором на модели не публиковали нигде. Отличие от SemPipes и LMX: мы меняем типизированный граф, а не текст кода, поэтому результат корректен по построению.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ЗА: дёшево, только CPU и запросы к модели. GOLEM позволяет подменять мутации из коробки.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ПРОТИВ: самый высокий научный риск. Три опровергающие работы 2026 года бьют ровно сюда.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ПРОТИВ: заметная вероятность, что честное сравнение при равном бюджете не покажет выигрыша.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E3F3EC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72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Версия 2 — «Operator Forge»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0" y="16002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12700">
            <a:solidFill>
              <a:srgbClr val="B573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0" y="16002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199339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не переписывает код фреймворка, а расширяет его набор операторов: пишет новый элементарный оператор и регистрирует его в пространстве поиска.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743200"/>
            <a:ext cx="4892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ЗА: единственная незанятая формулировка этой идеи. Остаётся постоянный результат — настоящий PR в FEDOT, что идеально ложится в требование «работающая система».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ЗА: прямо отвечает на ограничение MLZero — «качество ограничено набором подключённых библиотек» — и на планы Хуттера по совместному развитию пространств поиска.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ПРОТИВ: OMEGA (ICLR'26) уже собирает сгенерированные моделью алгоритмы в библиотеку. Наше отличие — регистрация оператора в пространстве поиска эволюционного AutoML.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ПРОТИВ: возня с описанием операторов и правилами совместимости — риск не успеть за 14 дней.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1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Рекомендация: если держаться идеи руководителя — брать версию 2, а версию 1 добавлять модулем и обязательно сравнивать при равном бюджете.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ЗАНЯТЫ ЧАСТИЧНО — ГОДЯТСЯ КАК МОДУЛИ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Ещё четыре живых направления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212848"/>
          </a:xfrm>
          <a:prstGeom prst="roundRect">
            <a:avLst>
              <a:gd name="adj" fmla="val 4132"/>
            </a:avLst>
          </a:prstGeom>
          <a:solidFill>
            <a:srgbClr val="F1F4FB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5910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1572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остатком бюджета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20299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перераспределяет оставшееся время между этапами: разведка данных → признаки → структура → настройка → ансамбль.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25054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ЗА: опирается на измеренный факт — 94% разброса качества даёт архитектура и лишь 6% гиперпараметры. Метод свободен, TML-bench занял только бенчмарк.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30540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ПРОТИВ: легко получить выигрыш в пределах случайного разброса. Нужно много запусков и доверительные интервалы.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5440680" cy="2212848"/>
          </a:xfrm>
          <a:prstGeom prst="roundRect">
            <a:avLst>
              <a:gd name="adj" fmla="val 4132"/>
            </a:avLst>
          </a:prstGeom>
          <a:solidFill>
            <a:srgbClr val="F1F4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9944" y="15910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9944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22008" y="1572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Точечная доработка по графу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9944" y="20299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Дешёвая проверка вклада узлов находит самый важный узел, и модель переделывает только его.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9944" y="25054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ЗА: приём MLE-STAR стоит $0.24 за задачу, а по графу проверять вклад узлов ещё проще и дешевле, чем по коду — это честный аргумент.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9944" y="30540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ПРОТИВ: это перенос чужого приёма, шаг небольшой. Лучше как модуль, а не как главная идея.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67328"/>
            <a:ext cx="5440680" cy="2212848"/>
          </a:xfrm>
          <a:prstGeom prst="roundRect">
            <a:avLst>
              <a:gd name="adj" fmla="val 4132"/>
            </a:avLst>
          </a:prstGeom>
          <a:solidFill>
            <a:srgbClr val="F1F4FB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39867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98448" y="39684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качества вместо обучения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" y="44256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Маршрутизатор решает: реально обучить пайплайн или предсказать его качество по признакам датасета и структуре графа.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384" y="490118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ЗА: перенос идеи DSWorld — обучение быстрее в 14 раз, поиск в 3–6. История запусков GOLEM сама даёт обучающую выборку.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" y="54498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ПРОТИВ: предсказатель может не переноситься на новые датасеты. Смягчение — предсказывать не оценку, а лучше кандидат родителя или хуже.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3767328"/>
            <a:ext cx="5440680" cy="2212848"/>
          </a:xfrm>
          <a:prstGeom prst="roundRect">
            <a:avLst>
              <a:gd name="adj" fmla="val 4132"/>
            </a:avLst>
          </a:prstGeom>
          <a:solidFill>
            <a:srgbClr val="F1F4FB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9944" y="39867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9944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22008" y="39684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впустую потраченного поиска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9944" y="44256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Записывать, откуда взялась каждая мутация в GOLEM, и померить, какая доля поиска ходит по кругу.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9944" y="490118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ЗА: перенос сильного измерения ZIB на графовый AutoML, где этого никто не делал. Почти без запросов к модели, очень дёшево.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9944" y="54498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ПРОТИВ: это измерение, а не метод. Само по себе тянет на воркшоп, но не на полноценный вклад.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КТО-ТО УЖЕ ИДЁТ ТУДА ЖЕ — ИЛИ ЭТО МЫ САМИ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направления, где мы не одни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9584" cy="4617720"/>
          </a:xfrm>
          <a:prstGeom prst="roundRect">
            <a:avLst>
              <a:gd name="adj" fmla="val 2591"/>
            </a:avLst>
          </a:prstGeom>
          <a:solidFill>
            <a:srgbClr val="F1F4FB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5727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Досье датасета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" y="224942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12700">
            <a:solidFill>
              <a:srgbClr val="B57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494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268833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Постоянная память, привязанная к датасету и доступная человеку для правки: типы колонок, найденные утечки, группы, история пайплайнов. Устаревает сама, если данные изменились.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363931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6384" y="3840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в таких агентах привязана к задаче или навыку — к датасету ни у кого. MALMAS показателен: его память привязана к датасету, но исчезает в конце сессии.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" y="48463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" y="50474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HASTE, CBR-R&amp;D-Agent и EA-Graph вышли за последние три месяца и подходят с трёх сторон. Своим остаётся только привязка к датасету и автоматическое устаревание.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15968" y="1371600"/>
            <a:ext cx="3529584" cy="4617720"/>
          </a:xfrm>
          <a:prstGeom prst="roundRect">
            <a:avLst>
              <a:gd name="adj" fmla="val 2591"/>
            </a:avLst>
          </a:prstGeom>
          <a:solidFill>
            <a:srgbClr val="F1F4FB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15727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Подсказки из истории запусков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53712" y="224942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12700">
            <a:solidFill>
              <a:srgbClr val="B573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2494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268833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Посчитать, какие операторы чаще встречаются вместе в выигравших пайплайнах, и класть это знание прямо в запрос к модели.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53712" y="363931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53712" y="3840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использует собственную историю: DS-Agent берёт разборы людей, MLE-STAR — веб-поиск. Материал уже готов: PIPES и история запусков GOLEM.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53712" y="48463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53712" y="50474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части давно известны по отдельности. После работы про пользу хороших примеров в промпте это ожидаемый ход. Нужен эксперимент со сравнением трёх вариантов.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83296" y="1371600"/>
            <a:ext cx="3529584" cy="4617720"/>
          </a:xfrm>
          <a:prstGeom prst="roundRect">
            <a:avLst>
              <a:gd name="adj" fmla="val 2591"/>
            </a:avLst>
          </a:prstGeom>
          <a:solidFill>
            <a:srgbClr val="F1F4FB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15727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Композитные пайплайны для рядов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21040" y="224942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12700">
            <a:solidFill>
              <a:srgbClr val="B573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22494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268833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предлагает разложение ряда, схему лагов и связку статистики с ML; GOLEM развивает композицию. Настоящее преимущество FEDOT.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21040" y="363931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21040" y="3840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GenAutoML и Nexus строят монолитные архитектуры — композитных эволюционных пайплайнов для рядов с агентом нет ни у кого.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48463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21040" y="50474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«агентный AutoML для рядов» занят несколько раз. И это наш же заявленный план в §6 LightAutoDS-Tab — надо согласовать внутри, кто этим занимается.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НАПРАВЛЕНИЯ, ГДЕ УЖЕ ОПУБЛИКОВАНЫ ОПРОВЕРЖЕНИЯ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делать не надо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41280" y="30175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AE7E5"/>
          </a:solidFill>
          <a:ln w="12700">
            <a:solidFill>
              <a:srgbClr val="A62B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3017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ЗАНЯТО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AE7E5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64792"/>
            <a:ext cx="420624" cy="420624"/>
          </a:xfrm>
          <a:prstGeom prst="roundRect">
            <a:avLst>
              <a:gd name="adj" fmla="val 23913"/>
            </a:avLst>
          </a:prstGeom>
          <a:solidFill>
            <a:srgbClr val="A62B2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60934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Тёплый старт AutoML через языковую модель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Опубликовано прямое опровержение: выигрыш модели — это на самом деле конфигурация по умолчанию, а не её работа. Дайте классическому поиску тот же старт, и модель отстаёт на 0.37 п.п. к двенадцатой попытке.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AE7E5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935224"/>
            <a:ext cx="420624" cy="420624"/>
          </a:xfrm>
          <a:prstGeom prst="roundRect">
            <a:avLst>
              <a:gd name="adj" fmla="val 23913"/>
            </a:avLst>
          </a:prstGeom>
          <a:solidFill>
            <a:srgbClr val="A62B2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77977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модели на разные роли: дешёвая разведка, сильная запись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71600" y="30906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BudgetMLAgent уже показал такой каскад в ML-агенте и −94% цены. AgentOpt (апрель 2026) подбирает модели по этапам и выдаёт границу «цена — качество». Работа 2606.20629 разбирает роли с полным анализом вклада каждой.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AE7E5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105656"/>
            <a:ext cx="420624" cy="420624"/>
          </a:xfrm>
          <a:prstGeom prst="roundRect">
            <a:avLst>
              <a:gd name="adj" fmla="val 23913"/>
            </a:avLst>
          </a:prstGeom>
          <a:solidFill>
            <a:srgbClr val="A62B2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9502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промптов и обвязки агента через AutoML-оптимизатор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426110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Ниша забита до предела: GEPA (ICLR'26 Oral), EvoAgentX, AgentSquare, AFlow, MermaidFlow, LoongFlow. Заменить AFlow на GOLEM — инженерная подмена, а не научный вклад.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974336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AE7E5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276088"/>
            <a:ext cx="420624" cy="420624"/>
          </a:xfrm>
          <a:prstGeom prst="roundRect">
            <a:avLst>
              <a:gd name="adj" fmla="val 23913"/>
            </a:avLst>
          </a:prstGeom>
          <a:solidFill>
            <a:srgbClr val="A62B2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5120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 агентного AutoML под малый бюджет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71600" y="5431536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TML-bench (март 2026) сделал ровно это: жёсткие лимиты 240 / 600 / 1200 секунд, весь набор за ~$10. Свободен только метод, но не бенчмарк.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1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строка — не мнение, а ссылка на опубликованный контролируемый эксперимент или на работу, уже занявшую нишу.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ДЛЯ ПРОГРАММИРУЮЩИХ АГЕНТОВ: СНАЧАЛА СТРУКТУРА, ПОТОМ МОДЕЛЬ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забираем у Graft и Empryo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— не про данные: это контекстный слой и редактор кода для программирующих агентов. Но обе независимо пришли к одному принципу: сначала детерминированная структура, потом модель, и модель необязательна. Для ML-пайплайнов такого нет вообще — это самая пустая ниша из всех проверенных.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У НИХ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63640" y="228600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В НАШЕЙ ОБЛАСТИ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551176"/>
            <a:ext cx="11247120" cy="640080"/>
          </a:xfrm>
          <a:prstGeom prst="rect">
            <a:avLst/>
          </a:prstGeom>
          <a:solidFill>
            <a:srgbClr val="F1F4F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кода строится без модели, проходы модели необязательны и кэшируются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06440" y="260604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2606040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 набор проверок, слой модели сверху необязателен, и обязательный замер: сколько даёт модель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6440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по контрольной сумме файла, обновляется только изменившееся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326440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3264408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DS-Agent «дорого один раз, дальше дёшево» ($1.60 → $0.135), но на уровне датасета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67912"/>
            <a:ext cx="11247120" cy="640080"/>
          </a:xfrm>
          <a:prstGeom prst="rect">
            <a:avLst/>
          </a:prstGeom>
          <a:solidFill>
            <a:srgbClr val="F1F4F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277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радиус поражения: что сломается, если изменить узел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392277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3922776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точечная доработка по типизированному графу — считается дешевле, чем по коду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58114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важность символов по PageRank и по истории совместных правок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458114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4581144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важность операторов по тому, как часто они встречаются вместе в выигравших пайплайнах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184648"/>
            <a:ext cx="11247120" cy="640080"/>
          </a:xfrm>
          <a:prstGeom prst="rect">
            <a:avLst/>
          </a:prstGeom>
          <a:solidFill>
            <a:srgbClr val="F1F4F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23951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контекста по структуре, без запросов к модели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523951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5239512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дешевле, чем сжатие через модель, как в EvoDS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BF0DC"/>
          </a:solidFill>
          <a:ln w="12700">
            <a:solidFill>
              <a:srgbClr val="B573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943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 способ измерять берём: агент один и тот же, меняем только контекст, в цене учитываем кэш. Их статистику — нет: у Graft на SWE-bench всего 9 задач, у Empryo раунды на 9 и 10 багах.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система, три модуля, никакой гонки за рекордами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93008" cy="2331720"/>
          </a:xfrm>
          <a:prstGeom prst="roundRect">
            <a:avLst>
              <a:gd name="adj" fmla="val 3922"/>
            </a:avLst>
          </a:prstGeom>
          <a:solidFill>
            <a:srgbClr val="232C55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9933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C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Аудитор и судья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72491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 набор проверок плюс проверки, которые модель пишет под конкретный датасет. Финальный выбор — по устойчивости, а не по оценке на валидации.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93008" cy="2331720"/>
          </a:xfrm>
          <a:prstGeom prst="roundRect">
            <a:avLst>
              <a:gd name="adj" fmla="val 3922"/>
            </a:avLst>
          </a:prstGeom>
          <a:solidFill>
            <a:srgbClr val="232C55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9933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C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17720" y="22677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B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Память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272491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становится досье с версиями: правки человека переживают перегенерацию, а находки устаревают, если данные изменились.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783080"/>
            <a:ext cx="3493008" cy="2331720"/>
          </a:xfrm>
          <a:prstGeom prst="roundRect">
            <a:avLst>
              <a:gd name="adj" fmla="val 3922"/>
            </a:avLst>
          </a:prstGeom>
          <a:solidFill>
            <a:srgbClr val="232C55"/>
          </a:solidFill>
          <a:ln/>
        </p:spPr>
      </p:sp>
      <p:sp>
        <p:nvSpPr>
          <p:cNvPr id="13" name="Text 11"/>
          <p:cNvSpPr/>
          <p:nvPr/>
        </p:nvSpPr>
        <p:spPr>
          <a:xfrm>
            <a:off x="8339328" y="19933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C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B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39328" y="22677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B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Перемотка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39328" y="272491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к точке решения не как удобство, а как измерительный прибор: показать, во сколько пунктов на отложенной выборке обошлось конкретное решение.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именно так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6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свободная ниша из четырнадцати проверенных, и её подпирают самые сильные числа во всём обзоре.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6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соревнуемся с поиском — значит три опровергающие работы 2026 года, которые убивают сюжеты вида «добавим модель в эволюцию», по нам не бьют.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6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и запросы к модели, работает поверх любого фреймворка, легко превращается в живое демо — а трек требует именно работающую систему.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2636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Запасной вариант, если держаться идеи руководителя: агент, который выращивает набор операторов FEDOT.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 АВГУСТА, 23:59 AOE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14 дней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авг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965960" y="13533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и стенд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65960" y="1627632"/>
            <a:ext cx="964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Окончательно выбрать направление. Собрать 15–20 датасетов: OpenML-CC18, 3–5 на регрессию, 2–3 временных ряда и 4 с заранее внедрёнными утечками. Поднять три фреймворка в одной среде.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671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8–13 авг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965960" y="2148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системы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2423160"/>
            <a:ext cx="964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Постоянные проверки, генератор проверок в песочнице, повторный отбор моделей. Адаптеры к FEDOT, LightAutoML и AutoGluon, которые достают все модели-кандидаты, а не только победителя.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62656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6265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авг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65960" y="29443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3218688"/>
            <a:ext cx="964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или Gradio — так быстрее всего. FEDOT.LLM уже на Streamlit, часть переиспользуем. Обязательно режим без интернета с кэшем: связь на площадке не гарантирована.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5818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14–17 авг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65960" y="3739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4014216"/>
            <a:ext cx="964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Запуски минимум на пяти случайных инициализациях с доверительными интервалами. Главная таблица: выбор по валидации против нашего выбора на отложенной выборке. Три варианта для сравнения, включая «проверки без модели».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553712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537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16–19 авг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965960" y="4535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65960" y="4809744"/>
            <a:ext cx="964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страницы в формате IEEE. Раздел про ограничения писать обязательно: в этой области его систематически пропускают, и его наличие читается как признак качества.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A62B2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492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авг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965960" y="5330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965960" y="5605272"/>
            <a:ext cx="964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CyberChair, одним PDF. Видео необязательно, но уйдёт на IEEE Xplore рядом со статьёй.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1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по статье 20 сентября · финальная версия 5 октября · конференция 12–15 ноября, Шэньян.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7373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одной строкой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строить ещё один AutoML-агент.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Построить слой доверия над любым из них.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04672" y="406908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297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6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три года улучшала поиск и упёрлась в его потолок. Отбор финальной модели, проверки и воспроизводимость остались нетронутыми — при том что именно на них авторы сами указывают в каждом разделе про ограничения.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отчёт: обзор ~90 работ, сводка ограничений, 14 направлений с проверкой занятости, черновик демо-статьи.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AutoML / AutoDS — перспективные направления</dc:title>
  <dc:subject>PptxGenJS Presentation</dc:subject>
  <dc:creator>AutoDS research review</dc:creator>
  <cp:lastModifiedBy>AutoDS research review</cp:lastModifiedBy>
  <cp:revision>1</cp:revision>
  <dcterms:created xsi:type="dcterms:W3CDTF">2026-08-11T17:13:56Z</dcterms:created>
  <dcterms:modified xsi:type="dcterms:W3CDTF">2026-08-11T17:13:56Z</dcterms:modified>
</cp:coreProperties>
</file>